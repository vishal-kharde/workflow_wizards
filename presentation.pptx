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87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6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7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36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8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52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5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2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80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6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36074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82296" cy="23774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DIGITAL OPERATIONS  ·  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dirty="0">
                <a:solidFill>
                  <a:srgbClr val="FFFFFF"/>
                </a:solidFill>
                <a:latin typeface="Calibri"/>
              </a:rPr>
              <a:t>Automating Daily</a:t>
            </a:r>
          </a:p>
          <a:p>
            <a:pPr algn="l">
              <a:spcAft>
                <a:spcPts val="400"/>
              </a:spcAft>
            </a:pPr>
            <a:r>
              <a:rPr sz="5000" b="1" dirty="0">
                <a:solidFill>
                  <a:srgbClr val="FFFFFF"/>
                </a:solidFill>
                <a:latin typeface="Calibri"/>
              </a:rPr>
              <a:t>Task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FB3C8"/>
                </a:solidFill>
                <a:latin typeface="Calibri"/>
              </a:rPr>
              <a:t>A small Python script that turns a spreadsheet into a daily report — in under a second.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23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Your Name   ·   Role /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89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Calibri"/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Manual reporting is slow and error-prone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949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Ops teams track hundreds of tasks in spreadsheets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Status counts are done by hand every day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One typo or missed row produces wrong numbers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Skilled staff spend time on repetitive entry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Every team formats its report differently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7490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dirty="0">
                <a:solidFill>
                  <a:srgbClr val="2E86AB"/>
                </a:solidFill>
                <a:latin typeface="Calibri"/>
              </a:rPr>
              <a:t>≈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0632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A8C"/>
                </a:solidFill>
                <a:latin typeface="Calibri"/>
              </a:rPr>
              <a:t>wasted per file, per day — by hand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114800"/>
            <a:ext cx="3749039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4297680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4A261"/>
                </a:solidFill>
                <a:latin typeface="Calibr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50749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dirty="0">
                <a:solidFill>
                  <a:srgbClr val="6B7A8C"/>
                </a:solidFill>
                <a:latin typeface="Calibri"/>
              </a:rPr>
              <a:t>repeatable without the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One script. One command.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949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Reads the task CSV automatically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Counts Completed vs Pending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Prints a clean, consistent summary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Saves the summary as a report file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2E86AB"/>
                </a:solidFill>
                <a:latin typeface="Calibri"/>
              </a:rPr>
              <a:t>▸  </a:t>
            </a:r>
            <a:r>
              <a:rPr sz="1900" dirty="0">
                <a:solidFill>
                  <a:srgbClr val="1F2937"/>
                </a:solidFill>
                <a:latin typeface="Calibri"/>
              </a:rPr>
              <a:t>Runs in under one second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749039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2000" b="1">
                <a:solidFill>
                  <a:srgbClr val="E6EDF3"/>
                </a:solidFill>
                <a:latin typeface="Consolas"/>
              </a:rPr>
              <a:t>$ python main.py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246120"/>
            <a:ext cx="3749039" cy="1097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500" b="1">
                <a:solidFill>
                  <a:srgbClr val="0F2A44"/>
                </a:solidFill>
                <a:latin typeface="Calibri"/>
              </a:rPr>
              <a:t>Screen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480560"/>
            <a:ext cx="3749039" cy="1097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200" b="1">
                <a:solidFill>
                  <a:srgbClr val="0F2A44"/>
                </a:solidFill>
                <a:latin typeface="Consolas"/>
              </a:rPr>
              <a:t>output/daily_summary.txt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03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Tools used —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13140"/>
              </p:ext>
            </p:extLst>
          </p:nvPr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46304" marR="109728" marT="64008" marB="6400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we use it</a:t>
                      </a:r>
                    </a:p>
                  </a:txBody>
                  <a:tcPr marL="146304" marR="109728" marT="64008" marB="64008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Free, readable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csv module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Reads spreadsheet data row by row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F2937"/>
                          </a:solidFill>
                          <a:latin typeface="Calibri"/>
                        </a:rPr>
                        <a:t>pathlib</a:t>
                      </a:r>
                      <a:endParaRPr sz="1500" b="0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Safe file and folder handling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IntelliJ IDEA / VS Code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Code editor with Python support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Terminal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Runs the script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04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How to run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2140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dirty="0">
                <a:solidFill>
                  <a:srgbClr val="1F2937"/>
                </a:solidFill>
                <a:latin typeface="Calibri"/>
              </a:rPr>
              <a:t>Install Python 3 — tick "Add to PATH"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8288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09359" y="205740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9" y="212140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Place tasks.csv inside the data/ 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329184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55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Open a terminal in the project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30632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09359" y="329184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19" y="3355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Run:  python main.py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452628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9028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Read the summary on screen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42976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09359" y="452628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19" y="459028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Open output/daily_summary.txt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05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One file: data/tasks.csv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949440" cy="3108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4A261"/>
                </a:solidFill>
                <a:latin typeface="Consolas"/>
              </a:rPr>
              <a:t>data/tasks.csv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Task ID,Task Name,Assigned To,Status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T001,Check documents,Rahul,Completed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T002,Verify payment,Priya,Pending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T003,Review report,Amit,Completed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T004,Update records,Priya,Pending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T005,Check settlement,Rahul,Pending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3736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200" b="1">
                <a:solidFill>
                  <a:srgbClr val="2E86AB"/>
                </a:solidFill>
                <a:latin typeface="Calibri"/>
              </a:rPr>
              <a:t>Required column</a:t>
            </a:r>
          </a:p>
          <a:p>
            <a:r>
              <a:rPr sz="2200" b="1">
                <a:solidFill>
                  <a:srgbClr val="0F2A44"/>
                </a:solidFill>
                <a:latin typeface="Consolas"/>
              </a:rP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0175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200" b="1">
                <a:solidFill>
                  <a:srgbClr val="2E86AB"/>
                </a:solidFill>
                <a:latin typeface="Calibri"/>
              </a:rPr>
              <a:t>Accepted values</a:t>
            </a:r>
          </a:p>
          <a:p>
            <a:r>
              <a:rPr sz="1500" b="1">
                <a:solidFill>
                  <a:srgbClr val="0F2A44"/>
                </a:solidFill>
                <a:latin typeface="Calibri"/>
              </a:rPr>
              <a:t>Completed  /  Pending</a:t>
            </a:r>
          </a:p>
          <a:p>
            <a:r>
              <a:rPr sz="1100">
                <a:solidFill>
                  <a:srgbClr val="6B7A8C"/>
                </a:solidFill>
                <a:latin typeface="Calibri"/>
              </a:rPr>
              <a:t>case-insensitive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29768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200">
                <a:solidFill>
                  <a:srgbClr val="0F2A44"/>
                </a:solidFill>
                <a:latin typeface="Calibri"/>
              </a:rPr>
              <a:t>Excel-safe encoding (utf-8-sig)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06 ·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Screen report + saved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100" b="1" dirty="0">
                <a:solidFill>
                  <a:srgbClr val="F4A261"/>
                </a:solidFill>
                <a:latin typeface="Consolas"/>
              </a:rPr>
              <a:t>output/daily_summary.txt</a:t>
            </a:r>
          </a:p>
          <a:p>
            <a:pPr algn="l">
              <a:spcAft>
                <a:spcPts val="200"/>
              </a:spcAft>
            </a:pPr>
            <a:r>
              <a:rPr sz="1500" dirty="0">
                <a:solidFill>
                  <a:srgbClr val="E6EDF3"/>
                </a:solidFill>
                <a:latin typeface="Consolas"/>
              </a:rPr>
              <a:t>DAILY OPERATIONS TASK SUMMARY</a:t>
            </a:r>
          </a:p>
          <a:p>
            <a:pPr algn="l">
              <a:spcAft>
                <a:spcPts val="200"/>
              </a:spcAft>
            </a:pPr>
            <a:r>
              <a:rPr sz="1500" dirty="0">
                <a:solidFill>
                  <a:srgbClr val="E6EDF3"/>
                </a:solidFill>
                <a:latin typeface="Consolas"/>
              </a:rPr>
              <a:t>=============================</a:t>
            </a:r>
          </a:p>
          <a:p>
            <a:pPr algn="l">
              <a:spcAft>
                <a:spcPts val="200"/>
              </a:spcAft>
            </a:pPr>
            <a:r>
              <a:rPr sz="1500" dirty="0">
                <a:solidFill>
                  <a:srgbClr val="E6EDF3"/>
                </a:solidFill>
                <a:latin typeface="Consolas"/>
              </a:rPr>
              <a:t>Total tasks: 5</a:t>
            </a:r>
          </a:p>
          <a:p>
            <a:pPr algn="l">
              <a:spcAft>
                <a:spcPts val="200"/>
              </a:spcAft>
            </a:pPr>
            <a:r>
              <a:rPr sz="1500" dirty="0">
                <a:solidFill>
                  <a:srgbClr val="E6EDF3"/>
                </a:solidFill>
                <a:latin typeface="Consolas"/>
              </a:rPr>
              <a:t>Completed tasks: 2</a:t>
            </a:r>
          </a:p>
          <a:p>
            <a:pPr algn="l">
              <a:spcAft>
                <a:spcPts val="200"/>
              </a:spcAft>
            </a:pPr>
            <a:r>
              <a:rPr sz="1500" dirty="0">
                <a:solidFill>
                  <a:srgbClr val="E6EDF3"/>
                </a:solidFill>
                <a:latin typeface="Consolas"/>
              </a:rPr>
              <a:t>Pending tasks: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3736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500" b="1">
                <a:solidFill>
                  <a:srgbClr val="0F2A44"/>
                </a:solidFill>
                <a:latin typeface="Calibri"/>
              </a:rPr>
              <a:t>①  Screen</a:t>
            </a:r>
          </a:p>
          <a:p>
            <a:pPr algn="ctr"/>
            <a:r>
              <a:rPr sz="1100">
                <a:solidFill>
                  <a:srgbClr val="6B7A8C"/>
                </a:solidFill>
                <a:latin typeface="Calibri"/>
              </a:rPr>
              <a:t>Summary printed for the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108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500" b="1">
                <a:solidFill>
                  <a:srgbClr val="0F2A44"/>
                </a:solidFill>
                <a:latin typeface="Calibri"/>
              </a:rPr>
              <a:t>②  File</a:t>
            </a:r>
          </a:p>
          <a:p>
            <a:pPr algn="ctr"/>
            <a:r>
              <a:rPr sz="1100">
                <a:solidFill>
                  <a:srgbClr val="2E86AB"/>
                </a:solidFill>
                <a:latin typeface="Consolas"/>
              </a:rPr>
              <a:t>output/daily_summary.txt</a:t>
            </a:r>
          </a:p>
          <a:p>
            <a:pPr algn="ctr"/>
            <a:r>
              <a:rPr sz="1000">
                <a:solidFill>
                  <a:srgbClr val="6B7A8C"/>
                </a:solidFill>
                <a:latin typeface="Calibri"/>
              </a:rPr>
              <a:t>(acts as a mock database)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07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Live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858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1F2937"/>
                </a:solidFill>
                <a:latin typeface="Calibri"/>
              </a:rPr>
              <a:t>Run:  python main.py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1F2937"/>
                </a:solidFill>
                <a:latin typeface="Calibri"/>
              </a:rPr>
              <a:t>Watch the summary print in the terminal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1F2937"/>
                </a:solidFill>
                <a:latin typeface="Calibri"/>
              </a:rPr>
              <a:t>Open output/daily_summary.txt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1F2937"/>
                </a:solidFill>
                <a:latin typeface="Calibri"/>
              </a:rPr>
              <a:t>Break the CSV on purpose → see the safe error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931920" cy="3383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182880" rtlCol="0" anchor="t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DD3FC"/>
                </a:solidFill>
                <a:latin typeface="Consolas"/>
              </a:rPr>
              <a:t>$ python main.py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DAILY OPERATIONS TASK SUMMARY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=============================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Total tasks: 5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Completed tasks: 2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Pending tasks: 3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Summary saved to: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4A261"/>
                </a:solidFill>
                <a:latin typeface="Consolas"/>
              </a:rPr>
              <a:t>output/daily_summary.txt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08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Calibri"/>
              </a:rPr>
              <a:t>Before vs.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Manual (before)</a:t>
                      </a:r>
                    </a:p>
                  </a:txBody>
                  <a:tcPr marL="146304" marR="109728" marT="64008" marB="6400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Automated (after)</a:t>
                      </a:r>
                    </a:p>
                  </a:txBody>
                  <a:tcPr marL="146304" marR="109728" marT="64008" marB="64008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≈ 5 minutes per file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Under 1 second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Human counting errors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Correct every run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Different format per person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One standard report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Not repeatable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Re-runnable on any CSV</a:t>
                      </a:r>
                    </a:p>
                  </a:txBody>
                  <a:tcPr marL="146304" marR="109728" marT="64008" marB="6400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No record kept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Report file saved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1206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~99% time saved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800" b="1" dirty="0">
                <a:solidFill>
                  <a:srgbClr val="0F2A44"/>
                </a:solidFill>
                <a:latin typeface="Calibri"/>
              </a:rPr>
              <a:t>Consistent, audit-ready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A8C"/>
                </a:solidFill>
                <a:latin typeface="Calibri"/>
              </a:rPr>
              <a:t>Automating Daily Task Reporting   ·   Digital Operations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A8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11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Calibri"/>
              </a:rPr>
              <a:t>Small automation.</a:t>
            </a:r>
          </a:p>
          <a:p>
            <a:pPr algn="l"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Calibri"/>
              </a:rPr>
              <a:t>Real business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109728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Calibri"/>
              </a:rPr>
              <a:t>▸  Manual reporting is repetitive and error-prone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Calibri"/>
              </a:rPr>
              <a:t>▸  One Python script replaces the whole daily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Calibri"/>
              </a:rPr>
              <a:t>▸  Standard library → zero install, easy to maintain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13</TotalTime>
  <Words>645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Consolas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kharde</cp:lastModifiedBy>
  <cp:revision>4</cp:revision>
  <dcterms:created xsi:type="dcterms:W3CDTF">2013-01-27T09:14:16Z</dcterms:created>
  <dcterms:modified xsi:type="dcterms:W3CDTF">2026-10-25T09:51:41Z</dcterms:modified>
  <cp:category/>
</cp:coreProperties>
</file>