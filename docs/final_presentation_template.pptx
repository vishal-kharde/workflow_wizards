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IB Ops Data Processing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Four-week student internship project</a:t>
            </a:r>
          </a:p>
          <a:p>
            <a:pPr>
              <a:spcAft>
                <a:spcPts val="1800"/>
              </a:spcAft>
              <a:defRPr sz="2200"/>
            </a:pPr>
            <a:r>
              <a:t>Python • pandas • SQLite • Logging •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Operations teams often receive structured spreadsheet data.</a:t>
            </a:r>
          </a:p>
          <a:p>
            <a:pPr>
              <a:spcAft>
                <a:spcPts val="1800"/>
              </a:spcAft>
              <a:defRPr sz="2200"/>
            </a:pPr>
            <a:r>
              <a:t>Manual checks and re-keying are repetitive and can introduce errors.</a:t>
            </a:r>
          </a:p>
          <a:p>
            <a:pPr>
              <a:spcAft>
                <a:spcPts val="1800"/>
              </a:spcAft>
              <a:defRPr sz="2200"/>
            </a:pPr>
            <a:r>
              <a:t>The prototype standardizes validation, storage and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proposed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1. Read daily CSV input</a:t>
            </a:r>
          </a:p>
          <a:p>
            <a:pPr>
              <a:spcAft>
                <a:spcPts val="1800"/>
              </a:spcAft>
              <a:defRPr sz="2200"/>
            </a:pPr>
            <a:r>
              <a:t>2. Clean and validate records</a:t>
            </a:r>
          </a:p>
          <a:p>
            <a:pPr>
              <a:spcAft>
                <a:spcPts val="1800"/>
              </a:spcAft>
              <a:defRPr sz="2200"/>
            </a:pPr>
            <a:r>
              <a:t>3. Load valid tasks into SQLite</a:t>
            </a:r>
          </a:p>
          <a:p>
            <a:pPr>
              <a:spcAft>
                <a:spcPts val="1800"/>
              </a:spcAft>
              <a:defRPr sz="2200"/>
            </a:pPr>
            <a:r>
              <a:t>4. Log outcomes and write exceptions</a:t>
            </a:r>
          </a:p>
          <a:p>
            <a:pPr>
              <a:spcAft>
                <a:spcPts val="1800"/>
              </a:spcAft>
              <a:defRPr sz="2200"/>
            </a:pPr>
            <a:r>
              <a:t>5. Generate a summary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and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Python: pipeline and command-line interface</a:t>
            </a:r>
          </a:p>
          <a:p>
            <a:pPr>
              <a:spcAft>
                <a:spcPts val="1800"/>
              </a:spcAft>
              <a:defRPr sz="2200"/>
            </a:pPr>
            <a:r>
              <a:t>pandas: CSV extraction and data cleaning</a:t>
            </a:r>
          </a:p>
          <a:p>
            <a:pPr>
              <a:spcAft>
                <a:spcPts val="1800"/>
              </a:spcAft>
              <a:defRPr sz="2200"/>
            </a:pPr>
            <a:r>
              <a:t>SQLite: lightweight mock database</a:t>
            </a:r>
          </a:p>
          <a:p>
            <a:pPr>
              <a:spcAft>
                <a:spcPts val="1800"/>
              </a:spcAft>
              <a:defRPr sz="2200"/>
            </a:pPr>
            <a:r>
              <a:t>logging: processing trace</a:t>
            </a:r>
          </a:p>
          <a:p>
            <a:pPr>
              <a:spcAft>
                <a:spcPts val="1800"/>
              </a:spcAft>
              <a:defRPr sz="2200"/>
            </a:pPr>
            <a:r>
              <a:t>unittest: regression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Show intentional errors in the input file.</a:t>
            </a:r>
          </a:p>
          <a:p>
            <a:pPr>
              <a:spcAft>
                <a:spcPts val="1800"/>
              </a:spcAft>
              <a:defRPr sz="2200"/>
            </a:pPr>
            <a:r>
              <a:t>Run: python main.py</a:t>
            </a:r>
          </a:p>
          <a:p>
            <a:pPr>
              <a:spcAft>
                <a:spcPts val="1800"/>
              </a:spcAft>
              <a:defRPr sz="2200"/>
            </a:pPr>
            <a:r>
              <a:t>Review output/exceptions.csv and output/summary_report.txt</a:t>
            </a:r>
          </a:p>
          <a:p>
            <a:pPr>
              <a:spcAft>
                <a:spcPts val="1800"/>
              </a:spcAft>
              <a:defRPr sz="2200"/>
            </a:pPr>
            <a:r>
              <a:t>Query output/ib_ops.db to confirm stored records.</a:t>
            </a:r>
          </a:p>
          <a:p>
            <a:pPr>
              <a:spcAft>
                <a:spcPts val="1800"/>
              </a:spcAft>
              <a:defRPr sz="2200"/>
            </a:pPr>
            <a:r>
              <a:t>Run a second time to demonstrate duplicate protection.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Measure 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Capture actual input, valid, rejected and inserted counts.</a:t>
            </a:r>
          </a:p>
          <a:p>
            <a:pPr>
              <a:spcAft>
                <a:spcPts val="1800"/>
              </a:spcAft>
              <a:defRPr sz="2200"/>
            </a:pPr>
            <a:r>
              <a:t>Record processing time from the generated report.</a:t>
            </a:r>
          </a:p>
          <a:p>
            <a:pPr>
              <a:spcAft>
                <a:spcPts val="1800"/>
              </a:spcAft>
              <a:defRPr sz="2200"/>
            </a:pPr>
            <a:r>
              <a:t>Compare with a timed manual baseline before claiming time saved.</a:t>
            </a:r>
          </a:p>
          <a:p>
            <a:pPr>
              <a:spcAft>
                <a:spcPts val="1800"/>
              </a:spcAft>
              <a:defRPr sz="2200"/>
            </a:pPr>
            <a:r>
              <a:t>Discuss exceptions that still need human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Lessons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Good automation starts with clear data rules.</a:t>
            </a:r>
          </a:p>
          <a:p>
            <a:pPr>
              <a:spcAft>
                <a:spcPts val="1800"/>
              </a:spcAft>
              <a:defRPr sz="2200"/>
            </a:pPr>
            <a:r>
              <a:t>Exceptions and audit logs are essential in operations.</a:t>
            </a:r>
          </a:p>
          <a:p>
            <a:pPr>
              <a:spcAft>
                <a:spcPts val="1800"/>
              </a:spcAft>
              <a:defRPr sz="2200"/>
            </a:pPr>
            <a:r>
              <a:t>Tests make behavior repeatable and safer to change.</a:t>
            </a:r>
          </a:p>
          <a:p>
            <a:pPr>
              <a:spcAft>
                <a:spcPts val="1800"/>
              </a:spcAft>
              <a:defRPr sz="2200"/>
            </a:pPr>
            <a:r>
              <a:t>Future: Excel input, dashboard, approval workflow and alerts.</a:t>
            </a:r>
          </a:p>
          <a:p>
            <a:pPr>
              <a:spcAft>
                <a:spcPts val="1800"/>
              </a:spcAft>
              <a:defRPr sz="2200"/>
            </a:pPr>
            <a:r>
              <a:t>Use synthetic data only; this is not a production banking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IB Ops Internship | Synthetic training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